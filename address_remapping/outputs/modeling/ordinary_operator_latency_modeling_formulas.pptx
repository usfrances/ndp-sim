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800">
                <a:solidFill>
                  <a:srgbClr val="0F172A"/>
                </a:solidFill>
              </a:rPr>
              <a:t>Ordinary Operator Latency Modeling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1E293B"/>
                </a:solidFill>
              </a:rPr>
              <a:t>address_remapping | formulas, bound composition, and closed-loop bank scheduling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1) Top-level Latency Equation (non-ring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B3A5B"/>
                </a:solidFill>
                <a:latin typeface="DejaVu Sans Mono"/>
              </a:defRPr>
            </a:pPr>
            <a:r>
              <a:t>latency_op = max(compute_bound, memory_timeline_bound, ag_issue_bound)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B3A5B"/>
                </a:solidFill>
                <a:latin typeface="DejaVu Sans Mono"/>
              </a:defRPr>
            </a:pPr>
            <a:r>
              <a:t>compute_bound = ceil(op_work / general_peak_ops_per_cycle)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B3A5B"/>
                </a:solidFill>
                <a:latin typeface="DejaVu Sans Mono"/>
              </a:defRPr>
            </a:pPr>
            <a:r>
              <a:t>memory_timeline_bound = bank_timeline.memory_timeline_cycles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B3A5B"/>
                </a:solidFill>
                <a:latin typeface="DejaVu Sans Mono"/>
              </a:defRPr>
            </a:pPr>
            <a:r>
              <a:t>ag_issue_bound = max(issue_cycles_stream_i)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This is the ordinary path in _analyze_op (non ring_gemm_fp16_fp16_fp16).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The dominant bound decides final latency and explains bottleneck type.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2) Request Materialization and Stream Issue Bound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B3A5B"/>
                </a:solidFill>
                <a:latin typeface="DejaVu Sans Mono"/>
              </a:defRPr>
            </a:pPr>
            <a:r>
              <a:t>request_count = ceil(total_bytes / block_bytes)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B3A5B"/>
                </a:solidFill>
                <a:latin typeface="DejaVu Sans Mono"/>
              </a:defRPr>
            </a:pPr>
            <a:r>
              <a:t>issue_cycles(stream) = ceil(request_count / ag_issue_rate)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B3A5B"/>
                </a:solidFill>
                <a:latin typeface="DejaVu Sans Mono"/>
              </a:defRPr>
            </a:pPr>
            <a:r>
              <a:t>ag_issue_bound = max(issue_cycles over all read/write streams)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4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Each stream is tied to a role + AG (e.g., read ag0/ag1, writeback ag4).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This bound models AG-side injection throughput ceiling.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3) Compute Work Estimation (ordinary operators)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B3A5B"/>
                </a:solidFill>
                <a:latin typeface="DejaVu Sans Mono"/>
              </a:defRPr>
            </a:pPr>
            <a:r>
              <a:t>For prefill_summac / sum_rec / max: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B3A5B"/>
                </a:solidFill>
                <a:latin typeface="DejaVu Sans Mono"/>
              </a:defRPr>
            </a:pPr>
            <a:r>
              <a:t>op_work = max(output_elements, input_elements - output_elements)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B3A5B"/>
                </a:solidFill>
                <a:latin typeface="DejaVu Sans Mono"/>
              </a:defRPr>
            </a:pPr>
            <a:r>
              <a:t>For remote_sum: op_work ≈ output_elements (current approximation)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B3A5B"/>
                </a:solidFill>
                <a:latin typeface="DejaVu Sans Mono"/>
              </a:defRPr>
            </a:pPr>
            <a:r>
              <a:t>For many other non-ring ops: op_work ≈ output_elements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Then compute_bound = ceil(op_work / general_peak_ops_per_cycle).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This is a known approximation source for SFU/special operators.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4) Closed-loop Per-bank Service Delta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B3A5B"/>
                </a:solidFill>
                <a:latin typeface="DejaVu Sans Mono"/>
              </a:defRPr>
            </a:pPr>
            <a:r>
              <a:t>if first request on bank: delta = request_latency_cycles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B3A5B"/>
                </a:solidFill>
                <a:latin typeface="DejaVu Sans Mono"/>
              </a:defRPr>
            </a:pPr>
            <a:r>
              <a:t>elif phase changes (read&lt;-&gt;write): delta = row_switch_penalty + bank_return_interval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B3A5B"/>
                </a:solidFill>
                <a:latin typeface="DejaVu Sans Mono"/>
              </a:defRPr>
            </a:pPr>
            <a:r>
              <a:t>elif same row hit: delta = bank_return_interval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B3A5B"/>
                </a:solidFill>
                <a:latin typeface="DejaVu Sans Mono"/>
              </a:defRPr>
            </a:pPr>
            <a:r>
              <a:t>else (row switch): delta = row_switch_penalty + bank_return_interval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Bank state tracks: phase, open_row, bank_cycles, phase_switch_count, row_switch_count.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These deltas are accumulated in event-commit order.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5) Two-level Arbiter + Backpressure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369A1"/>
                </a:solidFill>
              </a:defRPr>
            </a:pPr>
            <a:r>
              <a:t>These rules define how queueing and arbitration shape memory_timeline_bound.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Arbiter-1 candidates: same phase and same open_row as bank current state.</a:t>
            </a:r>
          </a:p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Arbiter-2 candidates: remaining requests; choose minimum request_id.</a:t>
            </a:r>
          </a:p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controller_write_queue_depth caps controller write_queue_occupancy.</a:t>
            </a:r>
          </a:p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slice_write_buffer_depth triggers slice_blocked when pending writes exceed threshold.</a:t>
            </a:r>
          </a:p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When slice_blocked=true: force_write_drain=true, non-write requests are filtered.</a:t>
            </a:r>
          </a:p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Time-window counters: q_w_full_cycles and slice_blocked_cycles.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6) Discrete-time/Event Loop Skeleton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B3A5B"/>
                </a:solidFill>
                <a:latin typeface="DejaVu Sans Mono"/>
              </a:defRPr>
            </a:pPr>
            <a:r>
              <a:t>while True: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B3A5B"/>
                </a:solidFill>
                <a:latin typeface="DejaVu Sans Mono"/>
              </a:defRPr>
            </a:pPr>
            <a:r>
              <a:t>  release_due_requests(now)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B3A5B"/>
                </a:solidFill>
                <a:latin typeface="DejaVu Sans Mono"/>
              </a:defRPr>
            </a:pPr>
            <a:r>
              <a:t>  if no_ready and no_future: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B3A5B"/>
                </a:solidFill>
                <a:latin typeface="DejaVu Sans Mono"/>
              </a:defRPr>
            </a:pPr>
            <a:r>
              <a:t>  build one candidate per bank using two-level arbiter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B3A5B"/>
                </a:solidFill>
                <a:latin typeface="DejaVu Sans Mono"/>
              </a:defRPr>
            </a:pPr>
            <a:r>
              <a:t>  if no candidate: now &lt;- next_release_time; continue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3212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B3A5B"/>
                </a:solidFill>
                <a:latin typeface="DejaVu Sans Mono"/>
              </a:defRPr>
            </a:pPr>
            <a:r>
              <a:t>  commit globally earliest finish event; update bank/controller states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8368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memory_timeline_cycles = max(per_bank_completion_cycles).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Final ordinary-op latency still uses max(compute, memory_timeline, ag_issue).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7) What the Model Explicitly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Address mapping/remap impact on bank_id and row_id distribution.</a:t>
            </a:r>
          </a:p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AG injection throughput limit (ag_issue_rate).</a:t>
            </a:r>
          </a:p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Row-hit vs row-switch and read/write phase-switch penalties.</a:t>
            </a:r>
          </a:p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Controller queue saturation and slice-side write backlog propagation.</a:t>
            </a:r>
          </a:p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Arbiter behavior diagnostics: arbiter1_wins, arbiter2_wins, win_rate.</a:t>
            </a:r>
          </a:p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Output decomposition for debugging: per_bank_breakdown + switch counters.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8) Known Approximation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369A1"/>
                </a:solidFill>
              </a:defRPr>
            </a:pPr>
            <a:r>
              <a:t>Use analytical vs measured per-op gap to calibrate by operator 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Some non-ring compute models use output_elements approximation.</a:t>
            </a:r>
          </a:p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SFU/special fixed pipeline overhead is not fully modeled yet.</a:t>
            </a:r>
          </a:p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This can cause low estimate on small special operators (e.g., mac_SFU).</a:t>
            </a:r>
          </a:p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Suggested calibration knobs: effective_ops_per_element or fixed_pipeline_overhead_cycles.</a:t>
            </a:r>
          </a:p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Keep closed-loop timeline unchanged; calibrate compute-side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