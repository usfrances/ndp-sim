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 单算子性能表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100" b="0">
                <a:solidFill>
                  <a:srgbClr val="747B87"/>
                </a:solidFill>
                <a:latin typeface="Aptos"/>
              </a:rPr>
              <a:t>不同 size 对比；指标口径对齐 export_op_performance_summary.py / roofline compact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932688"/>
            <a:ext cx="10881360" cy="566928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12731"/>
                </a:solidFill>
                <a:latin typeface="Aptos"/>
              </a:rPr>
              <a:t>对象：ring_gemm_fp16_fp16_fp16_0  |  mode=baseline  |  同地址映射思路下的三组 case 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64208"/>
            <a:ext cx="3886200" cy="33832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6008" y="1664208"/>
            <a:ext cx="2194560" cy="33832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M=64,N=128,K=16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30568" y="1664208"/>
            <a:ext cx="2194560" cy="33832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M=32,N=128,K=1024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25128" y="1664208"/>
            <a:ext cx="2194560" cy="33832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12731"/>
                </a:solidFill>
                <a:latin typeface="Aptos"/>
              </a:rPr>
              <a:t>M=32,N=1792,K=896 (28 slices)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02536"/>
            <a:ext cx="388620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latency_cycles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2002536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780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0568" y="2002536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10296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28" y="2002536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18764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340864"/>
            <a:ext cx="388620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hardware_measured_cycles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2340864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819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0568" y="2340864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9005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2340864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19607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679192"/>
            <a:ext cx="388620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simulator_error_vs_measured(%)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008" y="2679192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-4.76%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2679192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14.34%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2679192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-4.30%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017520"/>
            <a:ext cx="388620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roofline_compute_utilization(%)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6008" y="3017520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100.00%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0568" y="3017520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100.00%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3017520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100.00%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355848"/>
            <a:ext cx="388620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analytical_compute_utilization(%)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6008" y="3355848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32.82%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30568" y="3355848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79.56%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3355848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76.40%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3694176"/>
            <a:ext cx="388620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measured_compute_utilization(%)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6008" y="3694176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31.26%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30568" y="3694176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90.97%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5128" y="3694176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73.12%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032504"/>
            <a:ext cx="388620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roofline_bandwidth_utilization(%)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6008" y="4032504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81.25%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30568" y="4032504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32.03%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25128" y="4032504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26.79%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4370832"/>
            <a:ext cx="388620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analytical_bandwidth_utilization(%)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36008" y="4370832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26.67%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30568" y="4370832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25.49%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4370832"/>
            <a:ext cx="2194560" cy="33832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20.46%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4709160"/>
            <a:ext cx="388620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212731"/>
                </a:solidFill>
                <a:latin typeface="Aptos"/>
              </a:rPr>
              <a:t>measured_bandwidth_utilization(%)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36008" y="4709160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25.40%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30568" y="4709160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29.14%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25128" y="4709160"/>
            <a:ext cx="2194560" cy="33832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19.58%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" y="5285232"/>
            <a:ext cx="2651760" cy="8229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旧 size 结论
memory-bound，但已优于 measured
error = -4.76%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39312" y="5285232"/>
            <a:ext cx="2880360" cy="8229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新 size 结论
latency=10296, measured=9005
error = 14.34%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02552" y="5285232"/>
            <a:ext cx="2148840" cy="8229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28-slice 结论
latency=18764, measured=19607
error = -4.30%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70848" y="5285232"/>
            <a:ext cx="1828800" cy="8229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对比观察
28-slice global ring 下
compute 利用率更高，但最终仍是 memory-bound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 · 单算子性能对比表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 性能分析方法图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100" b="0">
                <a:solidFill>
                  <a:srgbClr val="747B87"/>
                </a:solidFill>
                <a:latin typeface="Aptos"/>
              </a:rPr>
              <a:t>loop nest → template tile → load event → microtile timeline → final bounds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2971800" cy="114300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运行样例
ring_gemm/ring_gemm_bias.json
Global: M=64, N=128, K=16
Local: A=64×4, B=16×32, Out=64×32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097280"/>
            <a:ext cx="2011680" cy="114300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事件规模
A events = 4
B events =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194560" cy="114300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关键瓶颈
memory = 10296
ring = 2492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097280"/>
            <a:ext cx="2286000" cy="114300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最终延迟
latency = 10296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0607040" cy="2697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731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600" b="1">
                <a:solidFill>
                  <a:srgbClr val="212731"/>
                </a:solidFill>
                <a:latin typeface="Aptos"/>
              </a:rPr>
              <a:t>方法总览：不是直接对 footprint 求 max(compute, memory, AG)，而是先生成事件，再让 A/B/ring/PE/psum/writeback 在时间线上相互约束。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1325880" cy="7315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loop nest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3657600"/>
            <a:ext cx="1600200" cy="7315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template tiles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657600"/>
            <a:ext cx="1600200" cy="73152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load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1828800" cy="7315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microtile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657600"/>
            <a:ext cx="169164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final bounds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40280" y="4023360"/>
            <a:ext cx="27432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14800" y="402336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402336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75320" y="402336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70916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800" b="0">
                <a:solidFill>
                  <a:srgbClr val="212731"/>
                </a:solidFill>
                <a:latin typeface="Aptos"/>
              </a:rPr>
              <a:t>核心要点：B 从 64 到 128 requests 的增长来自 loop-scope 重复读取；A/B ready 现在都以 full-group completion 为准。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2 · 总览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Loop Nest 抽象模型：事件从哪里来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3749039" cy="530352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12731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3246120" cy="448056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200" b="0">
                <a:solidFill>
                  <a:srgbClr val="212731"/>
                </a:solidFill>
                <a:latin typeface="Consolas"/>
              </a:rPr>
              <a:t>for M_0 in range(2)
  for N_0 in range(1)
    for KM_0 in range(2)
      ag0(...)      # A loads
    for KN_0 in range(4)
      ag1(...)
      ag2(...)      # B loads
    ag4(...)        # writeback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25880"/>
            <a:ext cx="2423160" cy="11887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load scope
(M_0, N_0, KM_0)
2 × 1 × 2 = 4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880360"/>
            <a:ext cx="2423160" cy="118872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load scope
(M_0, N_0, k_tile)
2 × 1 × 8 = 16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434840"/>
            <a:ext cx="2423160" cy="11887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writeback scope
output tile complete
2 write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280160"/>
            <a:ext cx="3749039" cy="4526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抽象语义
• A 的事件重复由 (M_0, N_0, KM_0) 决定
• B 的事件重复由 (M_0, N_0, KN_0 / k_tile) 决定
• 因为 M_0 前进时会重新进入 B 的 load scope，B footprint=64 req 会扩张成 execution-realistic 128 req
• 这个 loop tree 才是 request multiplicity 的权威来源，不是 tensor footprint 本身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3 · loop scope 决定 event multiplicity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Template Tile → Load Event：几何唯一块如何变成真实事件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743200" cy="100584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footprint requests
A=1024  B=64  W=128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097280"/>
            <a:ext cx="2194560" cy="100584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_split_requests_exact()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097280"/>
            <a:ext cx="2651760" cy="100584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template tiles
A=4, B=8, Out=2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097280"/>
            <a:ext cx="2194560" cy="100584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731"/>
                </a:solidFill>
                <a:latin typeface="Aptos"/>
              </a:rPr>
              <a:t>_expand_ring_gemm_load_events()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468880"/>
            <a:ext cx="2560320" cy="10972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load events
A=128
B=512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160020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160020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160020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743200"/>
            <a:ext cx="2926080" cy="2560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A template tiles
T0=(M[0:32],K[0:2])
T1=(M[0:32],K[2:4])
T2=(M[32:64],K[0:2])
T3=(M[32:64],K[2:4])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743200"/>
            <a:ext cx="3108960" cy="2560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B template tiles
8 unique K-slices over N[0:32]
each tile = 2×32 = 128B = 8 req
几何上只有 8 个 unique B tiles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743200"/>
            <a:ext cx="3749039" cy="25603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event semantics
A: 4 template tiles → 4 load events
B: 8 template tiles → 16 load events
因此：
b_requests=64 只是 footprint
expanded_b_requests=4096 才是执行真实请求流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4 · template tile 与 load event 是两个层次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A/B event ready 如何得到：ring_gemm 中的 bank timeline 建模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1874519" cy="8229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A/B load event group
(one event = many requests)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097280"/>
            <a:ext cx="1874519" cy="8229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future_reads /
future_writes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1874519" cy="8229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ready queues
by bank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097280"/>
            <a:ext cx="1874519" cy="8229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per-bank service
(row / phase / drain)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097280"/>
            <a:ext cx="1874519" cy="8229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group ready
(full-group completion)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150876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17720" y="150876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20840" y="150876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150876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2286000"/>
            <a:ext cx="210312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A event 0
8 requests
release = 0
ready = 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210312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B event 0
8 requests
release = 0
ready = 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194560"/>
            <a:ext cx="3474720" cy="324612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0">
                <a:solidFill>
                  <a:srgbClr val="212731"/>
                </a:solidFill>
                <a:latin typeface="Aptos"/>
              </a:rPr>
              <a:t>bank timeline 抽象过程
1. event 的 requests 先挂到 future_reads / future_writes
2. release_cycle 到了之后，按 bank_id 进入 ready queues
3. per-bank timeline 决定每条 request 何时完成
4. 只有当同一 group 的全部 requests 都完成时，
   才写 completion_by_group[group_key]
5. 这个完成时间就是 event ready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331720"/>
            <a:ext cx="3840480" cy="137160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12731"/>
                </a:solidFill>
                <a:latin typeface="Aptos"/>
              </a:rPr>
              <a:t>修正后的关键语义
event ready ≠ first request done
event ready = all requests in the group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023360"/>
            <a:ext cx="3840480" cy="13716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12731"/>
                </a:solidFill>
                <a:latin typeface="Aptos"/>
              </a:rPr>
              <a:t>当前例子
A0 ready = 28, A1 ready = 44
B0 ready = 28, B1 ready = 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469880" cy="5943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212731"/>
                </a:solidFill>
                <a:latin typeface="Aptos"/>
              </a:rPr>
              <a:t>这一页的核心：A/B event ready 不是公式直接给定，而是 bank timeline 对整组 requests 做 full-group completion 后反馈给上层 microtile timeline 的时间。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5 · event ready 来自 bank timeline，而不是单条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一个 output tile 内部：A/B event ready 与 coarse compute 时间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987552"/>
            <a:ext cx="2148840" cy="749808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output tile 0
M[0:32], N[0:32]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05156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200" b="0">
                <a:solidFill>
                  <a:srgbClr val="747B87"/>
                </a:solidFill>
                <a:latin typeface="Aptos"/>
              </a:rPr>
              <a:t>注意：A/B event 这里只标 ready；只有 coarse compute 才标 start/end。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180136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2462D2"/>
                </a:solidFill>
                <a:latin typeface="Aptos"/>
              </a:rPr>
              <a:t>1) A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206654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local-ready + ring-ready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53312" y="202996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" y="303580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EB8D35"/>
                </a:solidFill>
                <a:latin typeface="Aptos"/>
              </a:rPr>
              <a:t>2) B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30098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B ready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3312" y="326440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" y="449884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E14F4F"/>
                </a:solidFill>
                <a:latin typeface="Aptos"/>
              </a:rPr>
              <a:t>3) coarse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47640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start / 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2" y="472744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1664208"/>
            <a:ext cx="1691640" cy="3657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A event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664208"/>
            <a:ext cx="1874519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ring-ready → coarse k=0..3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057400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100" b="0">
                <a:solidFill>
                  <a:srgbClr val="2462D2"/>
                </a:solidFill>
                <a:latin typeface="Aptos"/>
              </a:rPr>
              <a:t>local ready 28 | ring-ready [28, 32, 36, 40]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79" y="1664208"/>
            <a:ext cx="1691640" cy="3657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A event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79" y="1664208"/>
            <a:ext cx="1874519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ring-ready → coarse k=4..7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2057400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100" b="0">
                <a:solidFill>
                  <a:srgbClr val="2462D2"/>
                </a:solidFill>
                <a:latin typeface="Aptos"/>
              </a:rPr>
              <a:t>local ready 44 | ring-ready [44, 48, 52, 56]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635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44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9476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44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7647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60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6052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5488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3659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76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064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71500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671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76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9671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92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67512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92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5683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92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108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04088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3524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695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108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1695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124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00100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59536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7707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124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7707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964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140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6112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55548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3719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140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3719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156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92124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3200400" y="1847088"/>
            <a:ext cx="3291840" cy="2679192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6080760" y="1847088"/>
            <a:ext cx="411480" cy="2679192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7040880" y="1847088"/>
            <a:ext cx="3428999" cy="2679192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9921240" y="1847088"/>
            <a:ext cx="548639" cy="2679192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13232" y="5779008"/>
            <a:ext cx="10469880" cy="530352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212731"/>
                </a:solidFill>
                <a:latin typeface="Aptos"/>
              </a:rPr>
              <a:t>coarse 粒度：A(32×2) × B(2×32) 对一个 32×32 output tile 的单个 K-slice 做累加。A/B event 只负责给出 ready；coarse_start 才是 compute 真正开始的时间。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6 · A/B event ready 与 coarse compute 时间要分开看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资源约束图：ping/pong、ring-ready、PE、psum 如何共同决定 coarse_start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92024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ping / pong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1920240" cy="8686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ping / pong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11880"/>
            <a:ext cx="192024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psum ping / pong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local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42316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361188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PE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234440"/>
            <a:ext cx="210312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ring_ready
= A ready + 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3611880"/>
            <a:ext cx="210312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psum slot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331720"/>
            <a:ext cx="2148840" cy="1051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12731"/>
                </a:solidFill>
                <a:latin typeface="Aptos"/>
              </a:rPr>
              <a:t>coarse_start
= max(PE, ring, B, psum)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2331720"/>
            <a:ext cx="914400" cy="1051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PE
compute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166420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0320" y="285292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404164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1664208"/>
            <a:ext cx="4572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66360" y="2852928"/>
            <a:ext cx="3017519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66360" y="2852928"/>
            <a:ext cx="3017519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1664208"/>
            <a:ext cx="457200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26679" y="2852928"/>
            <a:ext cx="457200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2852928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98348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当前实现里：A slot 要等最后一个 ring-hop 消费完才释放；B slot 在当前 coarse compute 后即可释放。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7 · coarse_start 由多资源依赖共同决定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 抽象执行时间线示意图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92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100" b="0">
                <a:solidFill>
                  <a:srgbClr val="747B87"/>
                </a:solidFill>
                <a:latin typeface="Aptos"/>
              </a:rPr>
              <a:t>示意风格图：强调事件顺序与依赖，不按真实 cycle 精确缩放。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0" y="1417320"/>
            <a:ext cx="9070848" cy="0"/>
          </a:xfrm>
          <a:prstGeom prst="line">
            <a:avLst/>
          </a:prstGeom>
          <a:ln w="1524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54480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81328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48256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336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15184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55264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82112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22192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49040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9120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15968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6048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82896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2976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49824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16752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56832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0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50608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90688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17536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57616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84464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24544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51392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91472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418320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0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85248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625328" y="1353312"/>
            <a:ext cx="0" cy="128016"/>
          </a:xfrm>
          <a:prstGeom prst="line">
            <a:avLst/>
          </a:prstGeom>
          <a:ln w="12700">
            <a:solidFill>
              <a:srgbClr val="2127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552176" y="1179576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ctr"/>
            <a:r>
              <a:rPr sz="800" b="0">
                <a:solidFill>
                  <a:srgbClr val="212731"/>
                </a:solidFill>
                <a:latin typeface="Aptos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1252728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1100" b="0">
                <a:solidFill>
                  <a:srgbClr val="747B87"/>
                </a:solidFill>
                <a:latin typeface="Aptos"/>
              </a:rPr>
              <a:t>event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" y="180136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2462D2"/>
                </a:solidFill>
                <a:latin typeface="Aptos"/>
              </a:rPr>
              <a:t>1) A local 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206654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A event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353312" y="202996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440" y="267004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2462D2"/>
                </a:solidFill>
                <a:latin typeface="Aptos"/>
              </a:rPr>
              <a:t>2) A ring-ready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293522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ring hop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353312" y="289864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" y="353872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EB8D35"/>
                </a:solidFill>
                <a:latin typeface="Aptos"/>
              </a:rPr>
              <a:t>3) B 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" y="380390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B event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353312" y="376732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440" y="440740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E14F4F"/>
                </a:solidFill>
                <a:latin typeface="Aptos"/>
              </a:rPr>
              <a:t>4) coarse compute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" y="467258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K-slice accumulate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353312" y="463600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1440" y="527608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7F67BF"/>
                </a:solidFill>
                <a:latin typeface="Aptos"/>
              </a:rPr>
              <a:t>5) psum / writeback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" y="55412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tile complete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353312" y="550468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554480" y="1664208"/>
            <a:ext cx="530352" cy="329184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A0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19272" y="1664208"/>
            <a:ext cx="530352" cy="329184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A1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84064" y="1664208"/>
            <a:ext cx="530352" cy="329184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A2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48856" y="1664208"/>
            <a:ext cx="530352" cy="329184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731"/>
                </a:solidFill>
                <a:latin typeface="Aptos"/>
              </a:rPr>
              <a:t>A3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830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974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118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262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406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550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694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80" y="2532888"/>
            <a:ext cx="548640" cy="32918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hop3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554480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340864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27248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913632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B3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00016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B4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0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72784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59168" y="3401568"/>
            <a:ext cx="475488" cy="329184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B7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783080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24912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66744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08576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C3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550408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92240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34072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C6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75904" y="4270248"/>
            <a:ext cx="621792" cy="32918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C7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377440" y="5138928"/>
            <a:ext cx="749808" cy="329184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psum0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33088" y="5138928"/>
            <a:ext cx="749808" cy="329184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wb0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888736" y="5138928"/>
            <a:ext cx="749808" cy="329184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psum1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644384" y="5138928"/>
            <a:ext cx="749808" cy="329184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12731"/>
                </a:solidFill>
                <a:latin typeface="Aptos"/>
              </a:rPr>
              <a:t>wb1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49640" y="1691640"/>
            <a:ext cx="2377440" cy="11430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731"/>
                </a:solidFill>
                <a:latin typeface="Aptos"/>
              </a:rPr>
              <a:t>first values
ring_ready = [28, 32, 36, 40]
B ready = [28, 44, 60, 76]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549640" y="3154680"/>
            <a:ext cx="2377440" cy="11430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12731"/>
                </a:solidFill>
                <a:latin typeface="Aptos"/>
              </a:rPr>
              <a:t>compute start = [28, 44, 60, 76]
compute end = [44, 60, 76, 92]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38160" y="5440680"/>
            <a:ext cx="3063240" cy="54864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12731"/>
                </a:solidFill>
                <a:latin typeface="Aptos"/>
              </a:rPr>
              <a:t>final latency = max(compute_pipeline, ring, memory, AG)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8 · 总时间线图：A/B/ring/compute/psum/writeback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bank-level 简化模型：事件如何进入 memory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192024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future_reads / future_writes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143000"/>
            <a:ext cx="1828800" cy="8686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ready queues by 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143000"/>
            <a:ext cx="1828800" cy="86868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per-bank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43000"/>
            <a:ext cx="192024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completion_by_group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143000"/>
            <a:ext cx="1920240" cy="86868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memory_timeline_cycles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4328" y="1581912"/>
            <a:ext cx="210312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1728" y="1581912"/>
            <a:ext cx="210312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39128" y="1581912"/>
            <a:ext cx="210312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87968" y="1581912"/>
            <a:ext cx="210312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2743200"/>
            <a:ext cx="4572000" cy="23317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当前已准确表达
• request 按 release_cycle 注入
• bank 内 row / phase 状态
• write buffer occupancy + forced drain
• group ready = full-group completion
• A/B/writeback event completion 反馈到上层 timeline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743200"/>
            <a:ext cx="5257800" cy="23317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当前仍然简化
• ring_gemm 没完全复用 ordinary operator 的 controller / arbiter 语义
• bank 侧是 lighter event loop，不是显式 arbiter1 / arbiter2 竞赛
• 但它已经足够提供 A/B ready、writeback completion 和 memory_timeline 的关键路径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9 · 当前 memory model 的准确性与边界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最终瓶颈选择：谁最后结束，谁决定 latency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1828800" cy="10515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compute
256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417320"/>
            <a:ext cx="1828800" cy="1051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AG issue
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417320"/>
            <a:ext cx="1965960" cy="1051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ring
2492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417320"/>
            <a:ext cx="2240280" cy="10515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memory
10296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417320"/>
            <a:ext cx="1645920" cy="10515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latency
10296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920240"/>
            <a:ext cx="7178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" y="3063240"/>
            <a:ext cx="10332720" cy="1097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1">
                <a:solidFill>
                  <a:srgbClr val="212731"/>
                </a:solidFill>
                <a:latin typeface="Aptos"/>
              </a:rPr>
              <a:t>当前样例的结论：memory timeline = 10296 仍然最大，因此最终瓶颈仍然是 memory，而不是 ideal compute(8192) 或 AG(2048)。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4663440"/>
            <a:ext cx="905256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12731"/>
                </a:solidFill>
                <a:latin typeface="Aptos"/>
              </a:rPr>
              <a:t>max(compute_pipeline, ring_timeline, memory_timeline, ag_issue)  →  最晚结束者决定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10 · final bound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总结：当前 ring_gemm 性能分析图应该传达什么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44805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0">
                <a:solidFill>
                  <a:srgbClr val="212731"/>
                </a:solidFill>
                <a:latin typeface="Aptos"/>
              </a:rPr>
              <a:t>1) 事件不是附属概念，而是分析主体
template tile 只描述几何唯一块；真正驱动 timeline 的是 A/B load event、coarse compute event、writeback event。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474720" cy="4480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0">
                <a:solidFill>
                  <a:srgbClr val="212731"/>
                </a:solidFill>
                <a:latin typeface="Aptos"/>
              </a:rPr>
              <a:t>2) loop nest 决定真实请求流
B 从 64 到 128 requests 不是 tensor 变大，而是 M_0 推进时重新进入 B 的 load scope。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34440"/>
            <a:ext cx="3474720" cy="4480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 b="0">
                <a:solidFill>
                  <a:srgbClr val="212731"/>
                </a:solidFill>
                <a:latin typeface="Aptos"/>
              </a:rPr>
              <a:t>3) latency 来自多资源约束
A local-ready、A ring-ready、B ready、PE available、psum slot、memory timeline 会共同决定最终性能。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532120"/>
            <a:ext cx="10149840" cy="64008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下一步最值得做的 refinement：把 ring_gemm 的 bank event loop 进一步与 ordinary operator 的 controller/arbiter 语义统一。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11 · takeaway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